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31873c242247e6" /><Relationship Type="http://schemas.openxmlformats.org/officeDocument/2006/relationships/extended-properties" Target="/docProps/app.xml" Id="R6f929f1e881a43e9" /><Relationship Type="http://schemas.openxmlformats.org/officeDocument/2006/relationships/officeDocument" Target="/ppt/presentation.xml" Id="R70cd91235e8e4b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5df94f503b4d9f"/>
  </p:sldMasterIdLst>
  <p:notesMasterIdLst>
    <p:notesMasterId xmlns:r="http://schemas.openxmlformats.org/officeDocument/2006/relationships" r:id="R87109a7101f445d2"/>
  </p:notesMasterIdLst>
  <p:sldIdLst>
    <p:sldId xmlns:r="http://schemas.openxmlformats.org/officeDocument/2006/relationships" id="256" r:id="R293e0323a15a433e"/>
    <p:sldId xmlns:r="http://schemas.openxmlformats.org/officeDocument/2006/relationships" id="257" r:id="R8b571658c0c246b7"/>
    <p:sldId xmlns:r="http://schemas.openxmlformats.org/officeDocument/2006/relationships" id="258" r:id="R11bc65d4ce794914"/>
    <p:sldId xmlns:r="http://schemas.openxmlformats.org/officeDocument/2006/relationships" id="259" r:id="Rfe4d36ea7ca74900"/>
    <p:sldId xmlns:r="http://schemas.openxmlformats.org/officeDocument/2006/relationships" id="260" r:id="Rb9322f5083214ec5"/>
    <p:sldId xmlns:r="http://schemas.openxmlformats.org/officeDocument/2006/relationships" id="261" r:id="Rf04848f5a9014cc9"/>
    <p:sldId xmlns:r="http://schemas.openxmlformats.org/officeDocument/2006/relationships" id="262" r:id="Ra6d4ba9b09eb4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75a77dbd074241" /><Relationship Type="http://schemas.openxmlformats.org/officeDocument/2006/relationships/slideMaster" Target="/ppt/slideMasters/slideMaster1.xml" Id="R525df94f503b4d9f" /><Relationship Type="http://schemas.openxmlformats.org/officeDocument/2006/relationships/notesMaster" Target="/ppt/notesMasters/notesMaster1.xml" Id="R87109a7101f445d2" /><Relationship Type="http://schemas.openxmlformats.org/officeDocument/2006/relationships/presProps" Target="/ppt/presProps.xml" Id="R5c1673b3c3b84f89" /><Relationship Type="http://schemas.openxmlformats.org/officeDocument/2006/relationships/tableStyles" Target="/ppt/tableStyles.xml" Id="R468e5421aa5d4dbe" /><Relationship Type="http://schemas.openxmlformats.org/officeDocument/2006/relationships/slide" Target="/ppt/slides/slide1.xml" Id="R293e0323a15a433e" /><Relationship Type="http://schemas.openxmlformats.org/officeDocument/2006/relationships/slide" Target="/ppt/slides/slide2.xml" Id="R8b571658c0c246b7" /><Relationship Type="http://schemas.openxmlformats.org/officeDocument/2006/relationships/slide" Target="/ppt/slides/slide3.xml" Id="R11bc65d4ce794914" /><Relationship Type="http://schemas.openxmlformats.org/officeDocument/2006/relationships/slide" Target="/ppt/slides/slide4.xml" Id="Rfe4d36ea7ca74900" /><Relationship Type="http://schemas.openxmlformats.org/officeDocument/2006/relationships/slide" Target="/ppt/slides/slide5.xml" Id="Rb9322f5083214ec5" /><Relationship Type="http://schemas.openxmlformats.org/officeDocument/2006/relationships/slide" Target="/ppt/slides/slide6.xml" Id="Rf04848f5a9014cc9" /><Relationship Type="http://schemas.openxmlformats.org/officeDocument/2006/relationships/slide" Target="/ppt/slides/slide7.xml" Id="Ra6d4ba9b09eb4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4315acccbb47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218502a7d243e8" /><Relationship Type="http://schemas.openxmlformats.org/officeDocument/2006/relationships/notesMaster" Target="/ppt/notesMasters/notesMaster1.xml" Id="R2d75332ac8104f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5589be91ef4667" /><Relationship Type="http://schemas.openxmlformats.org/officeDocument/2006/relationships/notesMaster" Target="/ppt/notesMasters/notesMaster1.xml" Id="R60b6dd7bde3849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e6bc93db434670" /><Relationship Type="http://schemas.openxmlformats.org/officeDocument/2006/relationships/notesMaster" Target="/ppt/notesMasters/notesMaster1.xml" Id="Rda819f965e4341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1fb1849bb549e9" /><Relationship Type="http://schemas.openxmlformats.org/officeDocument/2006/relationships/notesMaster" Target="/ppt/notesMasters/notesMaster1.xml" Id="R99b43a734b1b43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1a95c1cefb4b7c" /><Relationship Type="http://schemas.openxmlformats.org/officeDocument/2006/relationships/notesMaster" Target="/ppt/notesMasters/notesMaster1.xml" Id="R4025e1d9effc44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6ec1448bf44f82" /><Relationship Type="http://schemas.openxmlformats.org/officeDocument/2006/relationships/notesMaster" Target="/ppt/notesMasters/notesMaster1.xml" Id="Rbfb8bdf117834d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06ce23313d459e" /><Relationship Type="http://schemas.openxmlformats.org/officeDocument/2006/relationships/notesMaster" Target="/ppt/notesMasters/notesMaster1.xml" Id="R14d414557f9749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来源：newdoc/1007推进文档/01 至 05（研究目的与三步走表述）；数字与后续各页一致。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来源：newdoc/1004推进文档/01、02、03、07，newdoc/1007推进文档/03。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来源：newdoc/1004推进文档/05（TC1–TC5 五类口径与例子）；newdoc/1007推进文档/03 与 05（TC6/TC7 定义与例子）。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来源：newdoc/1004推进文档/06、07、12、13。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来源：newdoc/1004推进文档/08；图表 assets/sft_four_models_full_20261005.png、sft_loss_20261005.png。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来源：newdoc/1004推进文档/13；图表 assets/grpo_coverage500_20261006.png。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来源：newdoc/1007推进文档/对齐_目前方案与交付接口.md、对齐_一次性调度与持久化调度-两个通用语义接口.md、01 至 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39e9194f2492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c282f87634c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3313412fa040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eeff6cc20848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d2379680b4a2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8725e428642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8C7ADF-FFA9-4B78-8201-F19B8C4F44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157F31-BE6F-4A98-844E-875E825880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BF4CA35-D7E8-4521-8ED7-0A081ADD0A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90D413-471D-4446-B739-2B98A54853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1BFD58-347D-4BE4-85C0-65EA08E391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6AC618-BED0-4E11-94A1-729D7A447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43A70B-8EBB-4BDF-8CCA-D0595ED831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3825E3C-3CD1-4BC1-8192-0C53426180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AA7BB4-FDAA-4DD2-ABB0-DA3B111E06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E5B46A-1FC3-4CD1-B4AF-DE8E0892FF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89e1beb5d24d60" /><Relationship Type="http://schemas.openxmlformats.org/officeDocument/2006/relationships/slideLayout" Target="/ppt/slideLayouts/slideLayout1.xml" Id="R35422f54f43e483f" /><Relationship Type="http://schemas.openxmlformats.org/officeDocument/2006/relationships/slideLayout" Target="/ppt/slideLayouts/slideLayout2.xml" Id="R57b6acfa96aa4fbf" /><Relationship Type="http://schemas.openxmlformats.org/officeDocument/2006/relationships/slideLayout" Target="/ppt/slideLayouts/slideLayout3.xml" Id="Rbe5992493a32464b" /><Relationship Type="http://schemas.openxmlformats.org/officeDocument/2006/relationships/slideLayout" Target="/ppt/slideLayouts/slideLayout4.xml" Id="R33ecfd4a8f134a8d" /><Relationship Type="http://schemas.openxmlformats.org/officeDocument/2006/relationships/slideLayout" Target="/ppt/slideLayouts/slideLayout5.xml" Id="R7308e6a6a0934963" /><Relationship Type="http://schemas.openxmlformats.org/officeDocument/2006/relationships/slideLayout" Target="/ppt/slideLayouts/slideLayout6.xml" Id="R9f673edcaa8548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422f54f43e483f"/>
    <p:sldLayoutId xmlns:r="http://schemas.openxmlformats.org/officeDocument/2006/relationships" id="2147483650" r:id="R57b6acfa96aa4fbf"/>
    <p:sldLayoutId xmlns:r="http://schemas.openxmlformats.org/officeDocument/2006/relationships" id="2147483651" r:id="Rbe5992493a32464b"/>
    <p:sldLayoutId xmlns:r="http://schemas.openxmlformats.org/officeDocument/2006/relationships" id="2147483652" r:id="R33ecfd4a8f134a8d"/>
    <p:sldLayoutId xmlns:r="http://schemas.openxmlformats.org/officeDocument/2006/relationships" id="2147483653" r:id="R7308e6a6a0934963"/>
    <p:sldLayoutId xmlns:r="http://schemas.openxmlformats.org/officeDocument/2006/relationships" id="2147483654" r:id="R9f673edcaa8548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4e99b814394840" /><Relationship Type="http://schemas.openxmlformats.org/officeDocument/2006/relationships/image" Target="/ppt/media/image.png" Id="R470ee1cc12b54297" /><Relationship Type="http://schemas.openxmlformats.org/officeDocument/2006/relationships/notesSlide" Target="/ppt/notesSlides/notesSlide1.xml" Id="Ra945db28a8dc4d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438cfa90c45df" /><Relationship Type="http://schemas.openxmlformats.org/officeDocument/2006/relationships/image" Target="/ppt/media/image2.png" Id="R23974183deba4c0f" /><Relationship Type="http://schemas.openxmlformats.org/officeDocument/2006/relationships/notesSlide" Target="/ppt/notesSlides/notesSlide2.xml" Id="R22e2ae73cf364e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30fba0dfdb42d9" /><Relationship Type="http://schemas.openxmlformats.org/officeDocument/2006/relationships/image" Target="/ppt/media/image3.png" Id="R9f0831108a40451a" /><Relationship Type="http://schemas.openxmlformats.org/officeDocument/2006/relationships/notesSlide" Target="/ppt/notesSlides/notesSlide3.xml" Id="Rc05b5b35c64f4b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eb0f99031843be" /><Relationship Type="http://schemas.openxmlformats.org/officeDocument/2006/relationships/image" Target="/ppt/media/image4.png" Id="R35414526773d445c" /><Relationship Type="http://schemas.openxmlformats.org/officeDocument/2006/relationships/notesSlide" Target="/ppt/notesSlides/notesSlide4.xml" Id="Rda2af79992d540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8c68885a0745dd" /><Relationship Type="http://schemas.openxmlformats.org/officeDocument/2006/relationships/image" Target="/ppt/media/image5.png" Id="R457d49128f234d80" /><Relationship Type="http://schemas.openxmlformats.org/officeDocument/2006/relationships/notesSlide" Target="/ppt/notesSlides/notesSlide5.xml" Id="R1802793347894d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3c505aee4d43b1" /><Relationship Type="http://schemas.openxmlformats.org/officeDocument/2006/relationships/image" Target="/ppt/media/image6.png" Id="Rf877bbba30874b33" /><Relationship Type="http://schemas.openxmlformats.org/officeDocument/2006/relationships/notesSlide" Target="/ppt/notesSlides/notesSlide6.xml" Id="R4d89d51e999b48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3fd15440f74034" /><Relationship Type="http://schemas.openxmlformats.org/officeDocument/2006/relationships/image" Target="/ppt/media/image7.png" Id="R04d88d19257f45c3" /><Relationship Type="http://schemas.openxmlformats.org/officeDocument/2006/relationships/notesSlide" Target="/ppt/notesSlides/notesSlide7.xml" Id="R1cef4249dfb2425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D7B83-C824-4E54-94D2-843937892D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ee1cc12b5429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289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4ED52-83BD-42CD-8701-4AF141B865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74183deba4c0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1975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83D2F-0F37-424F-A0F8-876B84C0B0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831108a40451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1860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63832-684E-46D7-A43B-A3D37B042E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14526773d44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7416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3581A-185F-4DFF-A116-7EF9800609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d49128f234d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298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764CC-9DDD-43BE-8B8B-F7BEEF9B45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7bbba30874b3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2659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29098-F71C-48B8-9A54-453FBEE2E1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88d19257f45c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2263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2026-10-11T06:53:16.8520000Z</dcterms:created>
  <dcterms:modified xsi:type="dcterms:W3CDTF">2026-10-11T06:53:16.8520000Z</dcterms:modified>
</coreProperties>
</file>