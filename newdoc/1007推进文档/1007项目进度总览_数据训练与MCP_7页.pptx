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bf45af94c84dca" /><Relationship Type="http://schemas.openxmlformats.org/officeDocument/2006/relationships/extended-properties" Target="/docProps/app.xml" Id="Rd55180ed42754bcb" /><Relationship Type="http://schemas.openxmlformats.org/officeDocument/2006/relationships/officeDocument" Target="/ppt/presentation.xml" Id="R58f7948c466d45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5e778c9c5d4ba3"/>
  </p:sldMasterIdLst>
  <p:notesMasterIdLst>
    <p:notesMasterId xmlns:r="http://schemas.openxmlformats.org/officeDocument/2006/relationships" r:id="Rcf3774c978754d9d"/>
  </p:notesMasterIdLst>
  <p:sldIdLst>
    <p:sldId xmlns:r="http://schemas.openxmlformats.org/officeDocument/2006/relationships" id="256" r:id="R8fc66f41ea794758"/>
    <p:sldId xmlns:r="http://schemas.openxmlformats.org/officeDocument/2006/relationships" id="257" r:id="R7927f05a9dc440d5"/>
    <p:sldId xmlns:r="http://schemas.openxmlformats.org/officeDocument/2006/relationships" id="258" r:id="R2bb57e82908b4976"/>
    <p:sldId xmlns:r="http://schemas.openxmlformats.org/officeDocument/2006/relationships" id="259" r:id="R728da1f75c03421b"/>
    <p:sldId xmlns:r="http://schemas.openxmlformats.org/officeDocument/2006/relationships" id="260" r:id="R5be2f2116ebc4be8"/>
    <p:sldId xmlns:r="http://schemas.openxmlformats.org/officeDocument/2006/relationships" id="261" r:id="R43b5d0b190524f80"/>
    <p:sldId xmlns:r="http://schemas.openxmlformats.org/officeDocument/2006/relationships" id="262" r:id="Rb77b170af4eb49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30764bf48e43a9" /><Relationship Type="http://schemas.openxmlformats.org/officeDocument/2006/relationships/slideMaster" Target="/ppt/slideMasters/slideMaster1.xml" Id="R965e778c9c5d4ba3" /><Relationship Type="http://schemas.openxmlformats.org/officeDocument/2006/relationships/notesMaster" Target="/ppt/notesMasters/notesMaster1.xml" Id="Rcf3774c978754d9d" /><Relationship Type="http://schemas.openxmlformats.org/officeDocument/2006/relationships/presProps" Target="/ppt/presProps.xml" Id="R2e9b05611fc341c1" /><Relationship Type="http://schemas.openxmlformats.org/officeDocument/2006/relationships/tableStyles" Target="/ppt/tableStyles.xml" Id="Re23cc97b72ca42f5" /><Relationship Type="http://schemas.openxmlformats.org/officeDocument/2006/relationships/slide" Target="/ppt/slides/slide1.xml" Id="R8fc66f41ea794758" /><Relationship Type="http://schemas.openxmlformats.org/officeDocument/2006/relationships/slide" Target="/ppt/slides/slide2.xml" Id="R7927f05a9dc440d5" /><Relationship Type="http://schemas.openxmlformats.org/officeDocument/2006/relationships/slide" Target="/ppt/slides/slide3.xml" Id="R2bb57e82908b4976" /><Relationship Type="http://schemas.openxmlformats.org/officeDocument/2006/relationships/slide" Target="/ppt/slides/slide4.xml" Id="R728da1f75c03421b" /><Relationship Type="http://schemas.openxmlformats.org/officeDocument/2006/relationships/slide" Target="/ppt/slides/slide5.xml" Id="R5be2f2116ebc4be8" /><Relationship Type="http://schemas.openxmlformats.org/officeDocument/2006/relationships/slide" Target="/ppt/slides/slide6.xml" Id="R43b5d0b190524f80" /><Relationship Type="http://schemas.openxmlformats.org/officeDocument/2006/relationships/slide" Target="/ppt/slides/slide7.xml" Id="Rb77b170af4eb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802861be342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db320dbb74d3a" /><Relationship Type="http://schemas.openxmlformats.org/officeDocument/2006/relationships/notesMaster" Target="/ppt/notesMasters/notesMaster1.xml" Id="Re895356d600148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4b3df6a53d4c14" /><Relationship Type="http://schemas.openxmlformats.org/officeDocument/2006/relationships/notesMaster" Target="/ppt/notesMasters/notesMaster1.xml" Id="Rc58911142c1b4a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645cfe0abc4811" /><Relationship Type="http://schemas.openxmlformats.org/officeDocument/2006/relationships/notesMaster" Target="/ppt/notesMasters/notesMaster1.xml" Id="R699f3941a3f844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13905143f3409f" /><Relationship Type="http://schemas.openxmlformats.org/officeDocument/2006/relationships/notesMaster" Target="/ppt/notesMasters/notesMaster1.xml" Id="Rc6a44638a8f04f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cb3d3c1a224bf1" /><Relationship Type="http://schemas.openxmlformats.org/officeDocument/2006/relationships/notesMaster" Target="/ppt/notesMasters/notesMaster1.xml" Id="R3a05ee42859c49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f2c2de586a4c05" /><Relationship Type="http://schemas.openxmlformats.org/officeDocument/2006/relationships/notesMaster" Target="/ppt/notesMasters/notesMaster1.xml" Id="R5ee1016dcc8c4d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0ef29bb6e8462e" /><Relationship Type="http://schemas.openxmlformats.org/officeDocument/2006/relationships/notesMaster" Target="/ppt/notesMasters/notesMaster1.xml" Id="Ref4aa20c597842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来源：newdoc/1007推进文档/01 至 05（研究目的与三步走表述）；数字与后续各页一致。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来源：newdoc/1004推进文档/01、02、03、07（A×B×C 交互）；04、05（1000 批：尝试 1268、入库 1000、候选池 994、决策轮 5618）；newdoc/1007推进文档/03。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来源：newdoc/1004推进文档/05（TC1–TC5 五类口径与例子）；newdoc/1007推进文档/03 与 05（TC6/TC7 定义与例子）。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来源：newdoc/1004推进文档/06、07、12、13。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来源：newdoc/1004推进文档/08；图表 assets/sft_four_models_full_20261005.png、sft_loss_20261005.png。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来源：newdoc/1004推进文档/13；图表 assets/grpo_coverage500_20261006.png。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来源：newdoc/1007推进文档/对齐_目前方案与交付接口.md、对齐_一次性调度与持久化调度-两个通用语义接口.md、01 至 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116a62a624f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e3716997b49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f86837dd347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4655eb81043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68573e0dd4a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e7de82b9f48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06EFFE-5C63-4568-B79A-B9B1EEDD0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80F1EC-77E6-4761-8A09-955D00C9B0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16954B-9058-4D6F-967C-FF139E8C09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1053D5-70B4-4FB1-A3AD-839CE05E8A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81FF18-FB22-444A-B151-3FF99DC99B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1BB700-8AF0-420F-8213-67F79F61F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5291AD-5110-46D4-AECB-E2969A25C6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EAAAAA-0C8E-4378-81A3-96C1960220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5E487C-1A5F-4748-8613-2B553691D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53C0A2-239E-46C0-8D79-72EE833E81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b13f48b6744b4b" /><Relationship Type="http://schemas.openxmlformats.org/officeDocument/2006/relationships/slideLayout" Target="/ppt/slideLayouts/slideLayout1.xml" Id="R11c483b9630c421d" /><Relationship Type="http://schemas.openxmlformats.org/officeDocument/2006/relationships/slideLayout" Target="/ppt/slideLayouts/slideLayout2.xml" Id="R63944e985cc74245" /><Relationship Type="http://schemas.openxmlformats.org/officeDocument/2006/relationships/slideLayout" Target="/ppt/slideLayouts/slideLayout3.xml" Id="R172815af252c4def" /><Relationship Type="http://schemas.openxmlformats.org/officeDocument/2006/relationships/slideLayout" Target="/ppt/slideLayouts/slideLayout4.xml" Id="Rebbcd7882bb146f7" /><Relationship Type="http://schemas.openxmlformats.org/officeDocument/2006/relationships/slideLayout" Target="/ppt/slideLayouts/slideLayout5.xml" Id="Ra795c0ddc46741ef" /><Relationship Type="http://schemas.openxmlformats.org/officeDocument/2006/relationships/slideLayout" Target="/ppt/slideLayouts/slideLayout6.xml" Id="Rfff4162a182f4d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c483b9630c421d"/>
    <p:sldLayoutId xmlns:r="http://schemas.openxmlformats.org/officeDocument/2006/relationships" id="2147483650" r:id="R63944e985cc74245"/>
    <p:sldLayoutId xmlns:r="http://schemas.openxmlformats.org/officeDocument/2006/relationships" id="2147483651" r:id="R172815af252c4def"/>
    <p:sldLayoutId xmlns:r="http://schemas.openxmlformats.org/officeDocument/2006/relationships" id="2147483652" r:id="Rebbcd7882bb146f7"/>
    <p:sldLayoutId xmlns:r="http://schemas.openxmlformats.org/officeDocument/2006/relationships" id="2147483653" r:id="Ra795c0ddc46741ef"/>
    <p:sldLayoutId xmlns:r="http://schemas.openxmlformats.org/officeDocument/2006/relationships" id="2147483654" r:id="Rfff4162a182f4d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d9f9d9c8934a04" /><Relationship Type="http://schemas.openxmlformats.org/officeDocument/2006/relationships/image" Target="/ppt/media/image.png" Id="R5e9abedf179742e6" /><Relationship Type="http://schemas.openxmlformats.org/officeDocument/2006/relationships/notesSlide" Target="/ppt/notesSlides/notesSlide1.xml" Id="R5ac7f94de11e44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56dff70544eeb" /><Relationship Type="http://schemas.openxmlformats.org/officeDocument/2006/relationships/image" Target="/ppt/media/image2.png" Id="R21c1e19e277e40ec" /><Relationship Type="http://schemas.openxmlformats.org/officeDocument/2006/relationships/notesSlide" Target="/ppt/notesSlides/notesSlide2.xml" Id="R7d9e7e64ce84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1a88dbaef14fbf" /><Relationship Type="http://schemas.openxmlformats.org/officeDocument/2006/relationships/image" Target="/ppt/media/image3.png" Id="R4a6fe381c0d7421b" /><Relationship Type="http://schemas.openxmlformats.org/officeDocument/2006/relationships/notesSlide" Target="/ppt/notesSlides/notesSlide3.xml" Id="R78665b4f1e8149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2c4b9595c490f" /><Relationship Type="http://schemas.openxmlformats.org/officeDocument/2006/relationships/image" Target="/ppt/media/image4.png" Id="Rfeae794f7ce64220" /><Relationship Type="http://schemas.openxmlformats.org/officeDocument/2006/relationships/notesSlide" Target="/ppt/notesSlides/notesSlide4.xml" Id="Rc0370b8e906c48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9991348d9e4d15" /><Relationship Type="http://schemas.openxmlformats.org/officeDocument/2006/relationships/image" Target="/ppt/media/image5.png" Id="Ra217dda9c4b5481a" /><Relationship Type="http://schemas.openxmlformats.org/officeDocument/2006/relationships/notesSlide" Target="/ppt/notesSlides/notesSlide5.xml" Id="R2583367035804c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38144d9b84815" /><Relationship Type="http://schemas.openxmlformats.org/officeDocument/2006/relationships/image" Target="/ppt/media/image6.png" Id="Rfd0acf5aa553459e" /><Relationship Type="http://schemas.openxmlformats.org/officeDocument/2006/relationships/notesSlide" Target="/ppt/notesSlides/notesSlide6.xml" Id="Rea721dcedd384e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6666e6168642be" /><Relationship Type="http://schemas.openxmlformats.org/officeDocument/2006/relationships/image" Target="/ppt/media/image7.png" Id="Raf5328867d2b4f31" /><Relationship Type="http://schemas.openxmlformats.org/officeDocument/2006/relationships/notesSlide" Target="/ppt/notesSlides/notesSlide7.xml" Id="R78623310fa1b4c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D3B34-36C2-45F1-B2AB-7511BA8EFA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abedf179742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484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D9FFA-0C2E-4417-9717-CF8BB0C66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1e19e277e40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851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09C6F-5BDF-469B-B039-DAF3A6E804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fe381c0d742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506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22493-DCFA-4EE8-A722-49286AA044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e794f7ce642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560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D4FAF-AA6D-4100-BDE5-F6139605C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7dda9c4b548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093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EB20E-DB69-4693-A5DE-67F1746D7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acf5aa55345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123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EA2E4-0B07-452B-9593-16A7C1BC3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328867d2b4f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07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2026-10-11T07:00:39.5920000Z</dcterms:created>
  <dcterms:modified xsi:type="dcterms:W3CDTF">2026-10-11T07:00:39.5920000Z</dcterms:modified>
</coreProperties>
</file>