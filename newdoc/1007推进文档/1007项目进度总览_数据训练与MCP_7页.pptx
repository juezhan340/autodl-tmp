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06fcbe680e4214" /><Relationship Type="http://schemas.openxmlformats.org/officeDocument/2006/relationships/extended-properties" Target="/docProps/app.xml" Id="Rafda9a0a075b4a1f" /><Relationship Type="http://schemas.openxmlformats.org/officeDocument/2006/relationships/officeDocument" Target="/ppt/presentation.xml" Id="Rdc3430a8ae374e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9f5e3af4774738"/>
  </p:sldMasterIdLst>
  <p:notesMasterIdLst>
    <p:notesMasterId xmlns:r="http://schemas.openxmlformats.org/officeDocument/2006/relationships" r:id="R5c06993fa7cd4596"/>
  </p:notesMasterIdLst>
  <p:sldIdLst>
    <p:sldId xmlns:r="http://schemas.openxmlformats.org/officeDocument/2006/relationships" id="256" r:id="R2fdde5fa6ee946b0"/>
    <p:sldId xmlns:r="http://schemas.openxmlformats.org/officeDocument/2006/relationships" id="257" r:id="R220dda4dac354d40"/>
    <p:sldId xmlns:r="http://schemas.openxmlformats.org/officeDocument/2006/relationships" id="258" r:id="R34034b9b33ed4d7f"/>
    <p:sldId xmlns:r="http://schemas.openxmlformats.org/officeDocument/2006/relationships" id="259" r:id="Rc6e8acfaabda4af9"/>
    <p:sldId xmlns:r="http://schemas.openxmlformats.org/officeDocument/2006/relationships" id="260" r:id="Red4ee517af094958"/>
    <p:sldId xmlns:r="http://schemas.openxmlformats.org/officeDocument/2006/relationships" id="261" r:id="R7c62b442bccc4f38"/>
    <p:sldId xmlns:r="http://schemas.openxmlformats.org/officeDocument/2006/relationships" id="262" r:id="Rd2ba0a8841f245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a28589bc9c4894" /><Relationship Type="http://schemas.openxmlformats.org/officeDocument/2006/relationships/slideMaster" Target="/ppt/slideMasters/slideMaster1.xml" Id="Rae9f5e3af4774738" /><Relationship Type="http://schemas.openxmlformats.org/officeDocument/2006/relationships/notesMaster" Target="/ppt/notesMasters/notesMaster1.xml" Id="R5c06993fa7cd4596" /><Relationship Type="http://schemas.openxmlformats.org/officeDocument/2006/relationships/presProps" Target="/ppt/presProps.xml" Id="R0ebdd1cf67dc42e3" /><Relationship Type="http://schemas.openxmlformats.org/officeDocument/2006/relationships/tableStyles" Target="/ppt/tableStyles.xml" Id="R020334dc67bb4a73" /><Relationship Type="http://schemas.openxmlformats.org/officeDocument/2006/relationships/slide" Target="/ppt/slides/slide1.xml" Id="R2fdde5fa6ee946b0" /><Relationship Type="http://schemas.openxmlformats.org/officeDocument/2006/relationships/slide" Target="/ppt/slides/slide2.xml" Id="R220dda4dac354d40" /><Relationship Type="http://schemas.openxmlformats.org/officeDocument/2006/relationships/slide" Target="/ppt/slides/slide3.xml" Id="R34034b9b33ed4d7f" /><Relationship Type="http://schemas.openxmlformats.org/officeDocument/2006/relationships/slide" Target="/ppt/slides/slide4.xml" Id="Rc6e8acfaabda4af9" /><Relationship Type="http://schemas.openxmlformats.org/officeDocument/2006/relationships/slide" Target="/ppt/slides/slide5.xml" Id="Red4ee517af094958" /><Relationship Type="http://schemas.openxmlformats.org/officeDocument/2006/relationships/slide" Target="/ppt/slides/slide6.xml" Id="R7c62b442bccc4f38" /><Relationship Type="http://schemas.openxmlformats.org/officeDocument/2006/relationships/slide" Target="/ppt/slides/slide7.xml" Id="Rd2ba0a8841f245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6d9189626f48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4cde2dee4d4df4" /><Relationship Type="http://schemas.openxmlformats.org/officeDocument/2006/relationships/notesMaster" Target="/ppt/notesMasters/notesMaster1.xml" Id="R5ba573de46374e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0dc70106584d62" /><Relationship Type="http://schemas.openxmlformats.org/officeDocument/2006/relationships/notesMaster" Target="/ppt/notesMasters/notesMaster1.xml" Id="Rab8e692b677d44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8a8d7d30e5448e" /><Relationship Type="http://schemas.openxmlformats.org/officeDocument/2006/relationships/notesMaster" Target="/ppt/notesMasters/notesMaster1.xml" Id="Rb3f2b6b7a8ad42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8fd903ecba4b2e" /><Relationship Type="http://schemas.openxmlformats.org/officeDocument/2006/relationships/notesMaster" Target="/ppt/notesMasters/notesMaster1.xml" Id="Rdae04e1e2a8f4f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8dfb61212b46f4" /><Relationship Type="http://schemas.openxmlformats.org/officeDocument/2006/relationships/notesMaster" Target="/ppt/notesMasters/notesMaster1.xml" Id="Re5cf8155381d4b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4a042628214d39" /><Relationship Type="http://schemas.openxmlformats.org/officeDocument/2006/relationships/notesMaster" Target="/ppt/notesMasters/notesMaster1.xml" Id="R66ac468b0ad54e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d68a7f2f8344d3" /><Relationship Type="http://schemas.openxmlformats.org/officeDocument/2006/relationships/notesMaster" Target="/ppt/notesMasters/notesMaster1.xml" Id="Rbc428fc975f04d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来源：newdoc/1007推进文档/01 至 05（研究目的与三步走表述）；数字与后续各页一致。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来源：newdoc/1004推进文档/01、02、03、07，newdoc/1007推进文档/03。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来源：newdoc/1004推进文档/05（TC1–TC5 五类口径与例子）；newdoc/1007推进文档/03 与 05（TC6/TC7 定义与例子）。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来源：newdoc/1004推进文档/06、07、12、13。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来源：newdoc/1004推进文档/08；图表 assets/sft_four_models_full_20261005.png、sft_loss_20261005.png。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来源：newdoc/1004推进文档/13；图表 assets/grpo_coverage500_20261006.png。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来源：newdoc/1007推进文档/对齐_目前方案与交付接口.md、对齐_一次性调度与持久化调度-两个通用语义接口.md、01 至 03。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795d7ea5b940d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28838bf47c43d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a5ad9eddba452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c7b819610242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57bf87c0ee4ce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445592ca4e46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877BBA-0DAE-41D0-8D48-C9438D3C9C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C01D14D-7628-474C-BC3A-F805A736D2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EFF2435-69FE-45C3-BAE8-318B24846E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14370B2-513C-4266-9DAF-0D1FF52FC9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B1778B6-C6E6-469F-BB4F-65921321AD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670837F-B5A2-4742-A0D6-B4D81FAA91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4A2CED7-8DD7-4E29-AEC4-C978068634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9CC41F6-19E3-4807-9137-A3B1D1CF20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DD0F24-3007-4E0A-A027-8BC4070CD4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7B6D2F3-9FA9-4817-BCE5-99872FD765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dd958c27284f09" /><Relationship Type="http://schemas.openxmlformats.org/officeDocument/2006/relationships/slideLayout" Target="/ppt/slideLayouts/slideLayout1.xml" Id="R680d548596894fdb" /><Relationship Type="http://schemas.openxmlformats.org/officeDocument/2006/relationships/slideLayout" Target="/ppt/slideLayouts/slideLayout2.xml" Id="R9b6da22b9c714ded" /><Relationship Type="http://schemas.openxmlformats.org/officeDocument/2006/relationships/slideLayout" Target="/ppt/slideLayouts/slideLayout3.xml" Id="Rcb6731cbd4f44479" /><Relationship Type="http://schemas.openxmlformats.org/officeDocument/2006/relationships/slideLayout" Target="/ppt/slideLayouts/slideLayout4.xml" Id="R2d3e16939af048e1" /><Relationship Type="http://schemas.openxmlformats.org/officeDocument/2006/relationships/slideLayout" Target="/ppt/slideLayouts/slideLayout5.xml" Id="R40ec77f61ad2418b" /><Relationship Type="http://schemas.openxmlformats.org/officeDocument/2006/relationships/slideLayout" Target="/ppt/slideLayouts/slideLayout6.xml" Id="R78472b68426c45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0d548596894fdb"/>
    <p:sldLayoutId xmlns:r="http://schemas.openxmlformats.org/officeDocument/2006/relationships" id="2147483650" r:id="R9b6da22b9c714ded"/>
    <p:sldLayoutId xmlns:r="http://schemas.openxmlformats.org/officeDocument/2006/relationships" id="2147483651" r:id="Rcb6731cbd4f44479"/>
    <p:sldLayoutId xmlns:r="http://schemas.openxmlformats.org/officeDocument/2006/relationships" id="2147483652" r:id="R2d3e16939af048e1"/>
    <p:sldLayoutId xmlns:r="http://schemas.openxmlformats.org/officeDocument/2006/relationships" id="2147483653" r:id="R40ec77f61ad2418b"/>
    <p:sldLayoutId xmlns:r="http://schemas.openxmlformats.org/officeDocument/2006/relationships" id="2147483654" r:id="R78472b68426c45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fd8de4784245d6" /><Relationship Type="http://schemas.openxmlformats.org/officeDocument/2006/relationships/image" Target="/ppt/media/image.png" Id="R32798cf37d7348c3" /><Relationship Type="http://schemas.openxmlformats.org/officeDocument/2006/relationships/notesSlide" Target="/ppt/notesSlides/notesSlide1.xml" Id="Re09806e1a28241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d8158ccc9e489a" /><Relationship Type="http://schemas.openxmlformats.org/officeDocument/2006/relationships/image" Target="/ppt/media/image2.png" Id="R26965394ad744349" /><Relationship Type="http://schemas.openxmlformats.org/officeDocument/2006/relationships/notesSlide" Target="/ppt/notesSlides/notesSlide2.xml" Id="R5745ff7560b549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4bc2b2e90e4a40" /><Relationship Type="http://schemas.openxmlformats.org/officeDocument/2006/relationships/image" Target="/ppt/media/image3.png" Id="R3f8fff615df24d27" /><Relationship Type="http://schemas.openxmlformats.org/officeDocument/2006/relationships/notesSlide" Target="/ppt/notesSlides/notesSlide3.xml" Id="Rdb7bcd898fa74f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f0efdb49174491" /><Relationship Type="http://schemas.openxmlformats.org/officeDocument/2006/relationships/image" Target="/ppt/media/image4.png" Id="R26dbfedf3b9c40c5" /><Relationship Type="http://schemas.openxmlformats.org/officeDocument/2006/relationships/notesSlide" Target="/ppt/notesSlides/notesSlide4.xml" Id="R0ce1543bd3a34d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71cd3d71a44c89" /><Relationship Type="http://schemas.openxmlformats.org/officeDocument/2006/relationships/image" Target="/ppt/media/image5.png" Id="Rc24d40a4f1b54f66" /><Relationship Type="http://schemas.openxmlformats.org/officeDocument/2006/relationships/notesSlide" Target="/ppt/notesSlides/notesSlide5.xml" Id="R539ebfe3bc484d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d52b4b186147c6" /><Relationship Type="http://schemas.openxmlformats.org/officeDocument/2006/relationships/image" Target="/ppt/media/image6.png" Id="Redcd2f9751714d39" /><Relationship Type="http://schemas.openxmlformats.org/officeDocument/2006/relationships/notesSlide" Target="/ppt/notesSlides/notesSlide6.xml" Id="R0ef76781bf1d49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4cc833c3fd4dd2" /><Relationship Type="http://schemas.openxmlformats.org/officeDocument/2006/relationships/image" Target="/ppt/media/image7.png" Id="R7f9b867749be4469" /><Relationship Type="http://schemas.openxmlformats.org/officeDocument/2006/relationships/notesSlide" Target="/ppt/notesSlides/notesSlide7.xml" Id="R9c23247326a04ac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3799C-ED32-426D-9857-18C85440DC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98cf37d7348c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45790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470DE-2443-4A1D-8181-A18DA79C7A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65394ad74434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38956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7BE0D-5C55-466A-9DB8-410093073B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8fff615df24d2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43545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C2A885-FE35-4EE2-9857-1EE8E3AC74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bfedf3b9c40c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0059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D5EA08-3BC2-4B03-837D-9FE8CDCACE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d40a4f1b54f6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95254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F9D0C-3BC6-42C7-BA53-2F63E411FE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d2f9751714d3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3323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3AE0C-80B8-44CD-BE8D-78E8CF678F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b867749be446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4855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2026-10-11T06:49:48.0910000Z</dcterms:created>
  <dcterms:modified xsi:type="dcterms:W3CDTF">2026-10-11T06:49:48.0910000Z</dcterms:modified>
</coreProperties>
</file>