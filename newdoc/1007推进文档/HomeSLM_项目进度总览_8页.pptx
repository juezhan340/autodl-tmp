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1658d1cca4616" /><Relationship Type="http://schemas.openxmlformats.org/officeDocument/2006/relationships/extended-properties" Target="/docProps/app.xml" Id="Rb3dc3b50ed1e427e" /><Relationship Type="http://schemas.openxmlformats.org/officeDocument/2006/relationships/officeDocument" Target="/ppt/presentation.xml" Id="R2283d5593997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b3f93cef14987"/>
  </p:sldMasterIdLst>
  <p:notesMasterIdLst>
    <p:notesMasterId xmlns:r="http://schemas.openxmlformats.org/officeDocument/2006/relationships" r:id="R96b265040c254e75"/>
  </p:notesMasterIdLst>
  <p:sldIdLst>
    <p:sldId xmlns:r="http://schemas.openxmlformats.org/officeDocument/2006/relationships" id="256" r:id="R351ffd6c31754577"/>
    <p:sldId xmlns:r="http://schemas.openxmlformats.org/officeDocument/2006/relationships" id="257" r:id="R578b5f4b514040a0"/>
    <p:sldId xmlns:r="http://schemas.openxmlformats.org/officeDocument/2006/relationships" id="258" r:id="R71dc7b95908d49e2"/>
    <p:sldId xmlns:r="http://schemas.openxmlformats.org/officeDocument/2006/relationships" id="259" r:id="Rfab84a8c6670414f"/>
    <p:sldId xmlns:r="http://schemas.openxmlformats.org/officeDocument/2006/relationships" id="260" r:id="Re95f34d521e74eb7"/>
    <p:sldId xmlns:r="http://schemas.openxmlformats.org/officeDocument/2006/relationships" id="261" r:id="Rf34d16de30274f80"/>
    <p:sldId xmlns:r="http://schemas.openxmlformats.org/officeDocument/2006/relationships" id="262" r:id="R7094a2d6e4594f43"/>
    <p:sldId xmlns:r="http://schemas.openxmlformats.org/officeDocument/2006/relationships" id="263" r:id="R633ce707773946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a38e8741504870" /><Relationship Type="http://schemas.openxmlformats.org/officeDocument/2006/relationships/slideMaster" Target="/ppt/slideMasters/slideMaster1.xml" Id="R3a0b3f93cef14987" /><Relationship Type="http://schemas.openxmlformats.org/officeDocument/2006/relationships/notesMaster" Target="/ppt/notesMasters/notesMaster1.xml" Id="R96b265040c254e75" /><Relationship Type="http://schemas.openxmlformats.org/officeDocument/2006/relationships/presProps" Target="/ppt/presProps.xml" Id="R2abd2c60b61644ce" /><Relationship Type="http://schemas.openxmlformats.org/officeDocument/2006/relationships/tableStyles" Target="/ppt/tableStyles.xml" Id="R7176e69c05714d98" /><Relationship Type="http://schemas.openxmlformats.org/officeDocument/2006/relationships/slide" Target="/ppt/slides/slide1.xml" Id="R351ffd6c31754577" /><Relationship Type="http://schemas.openxmlformats.org/officeDocument/2006/relationships/slide" Target="/ppt/slides/slide2.xml" Id="R578b5f4b514040a0" /><Relationship Type="http://schemas.openxmlformats.org/officeDocument/2006/relationships/slide" Target="/ppt/slides/slide3.xml" Id="R71dc7b95908d49e2" /><Relationship Type="http://schemas.openxmlformats.org/officeDocument/2006/relationships/slide" Target="/ppt/slides/slide4.xml" Id="Rfab84a8c6670414f" /><Relationship Type="http://schemas.openxmlformats.org/officeDocument/2006/relationships/slide" Target="/ppt/slides/slide5.xml" Id="Re95f34d521e74eb7" /><Relationship Type="http://schemas.openxmlformats.org/officeDocument/2006/relationships/slide" Target="/ppt/slides/slide6.xml" Id="Rf34d16de30274f80" /><Relationship Type="http://schemas.openxmlformats.org/officeDocument/2006/relationships/slide" Target="/ppt/slides/slide7.xml" Id="R7094a2d6e4594f43" /><Relationship Type="http://schemas.openxmlformats.org/officeDocument/2006/relationships/slide" Target="/ppt/slides/slide8.xml" Id="R633ce707773946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61a4276ad41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b6afba85448fa" /><Relationship Type="http://schemas.openxmlformats.org/officeDocument/2006/relationships/notesMaster" Target="/ppt/notesMasters/notesMaster1.xml" Id="Rc40198a679ba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be24145d74482" /><Relationship Type="http://schemas.openxmlformats.org/officeDocument/2006/relationships/notesMaster" Target="/ppt/notesMasters/notesMaster1.xml" Id="Rfa345dc8be28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71b9eebac4f0d" /><Relationship Type="http://schemas.openxmlformats.org/officeDocument/2006/relationships/notesMaster" Target="/ppt/notesMasters/notesMaster1.xml" Id="R122489a55e9d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16296b393b4ea4" /><Relationship Type="http://schemas.openxmlformats.org/officeDocument/2006/relationships/notesMaster" Target="/ppt/notesMasters/notesMaster1.xml" Id="R03fcef5cbc764b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2d6c2d5bdf4390" /><Relationship Type="http://schemas.openxmlformats.org/officeDocument/2006/relationships/notesMaster" Target="/ppt/notesMasters/notesMaster1.xml" Id="R271f62693875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079ef2a9f4447c" /><Relationship Type="http://schemas.openxmlformats.org/officeDocument/2006/relationships/notesMaster" Target="/ppt/notesMasters/notesMaster1.xml" Id="R309cbeb6d9fc4b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fcc5a94a7044ae" /><Relationship Type="http://schemas.openxmlformats.org/officeDocument/2006/relationships/notesMaster" Target="/ppt/notesMasters/notesMaster1.xml" Id="R446cd0a81baa4b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66b4c74eb48d1" /><Relationship Type="http://schemas.openxmlformats.org/officeDocument/2006/relationships/notesMaster" Target="/ppt/notesMasters/notesMaster1.xml" Id="R71cc9ecaf04f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封面：项目名 HomeSLM（2026-10-11 版）；三步走：数据管线、训练模型、适配 MCP。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来源：newdoc/1007推进文档/01 至 05（研究目的与三步走表述）；数字与后续各页一致。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来源：newdoc/1004推进文档/01、02、03、07（A×B×C 交互）；04、05（1000 批：尝试 1268、入库 1000、候选池 994、决策轮 5618）；newdoc/1007推进文档/03。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来源：newdoc/1004推进文档/05（TC1–TC5 五类口径与例子）；newdoc/1007推进文档/03 与 05（TC6/TC7 定义与例子）。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来源：newdoc/1004推进文档/06、07、12、13。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来源：newdoc/1004推进文档/08；图表 assets/sft_four_models_full_20261005.png、sft_loss_20261005.png。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来源：newdoc/1004推进文档/13；图表 assets/grpo_coverage500_20261006.png。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来源：newdoc/1007推进文档/对齐_目前方案与交付接口.md、对齐_一次性调度与持久化调度-两个通用语义接口.md、01 至 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c008db7e040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d324fcdc04a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a1412bf7148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eaefe348746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e657abaff47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e083d5ecf4d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AFEAB7-E967-4606-A9A4-BBF1E5E67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595507-A0AC-45C9-970F-D03ADFEAA1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4CC204-8314-4140-AB2B-5E5545F7F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13977-A403-46F3-9593-C253C0804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B93008-255C-4CB7-BBF0-E00CAA332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1E6C7C-17CC-4AD8-AA81-EE3FF7338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169CFF-6D60-4311-9108-77EB6DC8EE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C4C0C9-A3C5-47F5-BCF3-40200EE1B3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C9E4CD-6DCF-4FC1-8455-3FA1FEA9E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22AEB8-7D81-4308-B345-FF7E9A603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dfc33bd894004" /><Relationship Type="http://schemas.openxmlformats.org/officeDocument/2006/relationships/slideLayout" Target="/ppt/slideLayouts/slideLayout1.xml" Id="R1ad13af449d34ac4" /><Relationship Type="http://schemas.openxmlformats.org/officeDocument/2006/relationships/slideLayout" Target="/ppt/slideLayouts/slideLayout2.xml" Id="R331b6c2773e54ee5" /><Relationship Type="http://schemas.openxmlformats.org/officeDocument/2006/relationships/slideLayout" Target="/ppt/slideLayouts/slideLayout3.xml" Id="Re14c45a9ddb04e03" /><Relationship Type="http://schemas.openxmlformats.org/officeDocument/2006/relationships/slideLayout" Target="/ppt/slideLayouts/slideLayout4.xml" Id="R08e6e53e23404ea5" /><Relationship Type="http://schemas.openxmlformats.org/officeDocument/2006/relationships/slideLayout" Target="/ppt/slideLayouts/slideLayout5.xml" Id="R9d2742c55c674579" /><Relationship Type="http://schemas.openxmlformats.org/officeDocument/2006/relationships/slideLayout" Target="/ppt/slideLayouts/slideLayout6.xml" Id="R97fb4c2a2e62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13af449d34ac4"/>
    <p:sldLayoutId xmlns:r="http://schemas.openxmlformats.org/officeDocument/2006/relationships" id="2147483650" r:id="R331b6c2773e54ee5"/>
    <p:sldLayoutId xmlns:r="http://schemas.openxmlformats.org/officeDocument/2006/relationships" id="2147483651" r:id="Re14c45a9ddb04e03"/>
    <p:sldLayoutId xmlns:r="http://schemas.openxmlformats.org/officeDocument/2006/relationships" id="2147483652" r:id="R08e6e53e23404ea5"/>
    <p:sldLayoutId xmlns:r="http://schemas.openxmlformats.org/officeDocument/2006/relationships" id="2147483653" r:id="R9d2742c55c674579"/>
    <p:sldLayoutId xmlns:r="http://schemas.openxmlformats.org/officeDocument/2006/relationships" id="2147483654" r:id="R97fb4c2a2e62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07e0beebe4d31" /><Relationship Type="http://schemas.openxmlformats.org/officeDocument/2006/relationships/image" Target="/ppt/media/image.png" Id="R1f94ca96cbfb4a8c" /><Relationship Type="http://schemas.openxmlformats.org/officeDocument/2006/relationships/notesSlide" Target="/ppt/notesSlides/notesSlide1.xml" Id="R236d77381be0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2090296884511" /><Relationship Type="http://schemas.openxmlformats.org/officeDocument/2006/relationships/image" Target="/ppt/media/image2.png" Id="R135a1018930a4ca9" /><Relationship Type="http://schemas.openxmlformats.org/officeDocument/2006/relationships/notesSlide" Target="/ppt/notesSlides/notesSlide2.xml" Id="R42ab05940d85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bbbe61d1c469e" /><Relationship Type="http://schemas.openxmlformats.org/officeDocument/2006/relationships/image" Target="/ppt/media/image3.png" Id="Ra880eb648a324d3a" /><Relationship Type="http://schemas.openxmlformats.org/officeDocument/2006/relationships/notesSlide" Target="/ppt/notesSlides/notesSlide3.xml" Id="Rc3074626402545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b44b550aa4aef" /><Relationship Type="http://schemas.openxmlformats.org/officeDocument/2006/relationships/image" Target="/ppt/media/image4.png" Id="R47dfd13c53244a08" /><Relationship Type="http://schemas.openxmlformats.org/officeDocument/2006/relationships/notesSlide" Target="/ppt/notesSlides/notesSlide4.xml" Id="R3898d16f640048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056ccddd04b46" /><Relationship Type="http://schemas.openxmlformats.org/officeDocument/2006/relationships/image" Target="/ppt/media/image5.png" Id="R4e7f927adeda4025" /><Relationship Type="http://schemas.openxmlformats.org/officeDocument/2006/relationships/notesSlide" Target="/ppt/notesSlides/notesSlide5.xml" Id="R06c086752c5f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7eb38ded04100" /><Relationship Type="http://schemas.openxmlformats.org/officeDocument/2006/relationships/image" Target="/ppt/media/image6.png" Id="R94e3288673a44282" /><Relationship Type="http://schemas.openxmlformats.org/officeDocument/2006/relationships/notesSlide" Target="/ppt/notesSlides/notesSlide6.xml" Id="R9043bd85f04747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db0b1d59b944d7" /><Relationship Type="http://schemas.openxmlformats.org/officeDocument/2006/relationships/image" Target="/ppt/media/image7.png" Id="Rcb47a1ed9a9f4902" /><Relationship Type="http://schemas.openxmlformats.org/officeDocument/2006/relationships/notesSlide" Target="/ppt/notesSlides/notesSlide7.xml" Id="R37e9050a2cda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78068406047ef" /><Relationship Type="http://schemas.openxmlformats.org/officeDocument/2006/relationships/image" Target="/ppt/media/image8.png" Id="R15a951d32ed9415e" /><Relationship Type="http://schemas.openxmlformats.org/officeDocument/2006/relationships/notesSlide" Target="/ppt/notesSlides/notesSlide8.xml" Id="R5de45503673d4f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8B928-94D5-455F-A5A3-5A518B1A0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4ca96cbfb4a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770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FF479-9A0E-4E4A-A448-A2AD0BF93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a1018930a4c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94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D7EFF-10D3-4CBA-8A19-FCB4806AE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0eb648a324d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145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C9C94-2FF3-4EDE-9DE1-23371EEDC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fd13c53244a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759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4CC5-A2D2-4509-8ADA-3E6C32200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f927adeda40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020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6CF0F-84A2-41A5-BA73-FDEF2C0BD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3288673a442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707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CBE56-7207-4893-ACBE-0328CAF9B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7a1ed9a9f49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864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4AC2-8407-482F-ADD6-CAF3050A9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951d32ed941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44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2026-10-11T07:03:20.5300000Z</dcterms:created>
  <dcterms:modified xsi:type="dcterms:W3CDTF">2026-10-11T07:03:20.5300000Z</dcterms:modified>
</coreProperties>
</file>