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ffaeeeb55468a" /><Relationship Type="http://schemas.openxmlformats.org/officeDocument/2006/relationships/extended-properties" Target="/docProps/app.xml" Id="R12fe9e8ffa40475f" /><Relationship Type="http://schemas.openxmlformats.org/officeDocument/2006/relationships/officeDocument" Target="/ppt/presentation.xml" Id="Rb800ebf9c479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8848aec0634313"/>
  </p:sldMasterIdLst>
  <p:notesMasterIdLst>
    <p:notesMasterId xmlns:r="http://schemas.openxmlformats.org/officeDocument/2006/relationships" r:id="Rf241ae908844485a"/>
  </p:notesMasterIdLst>
  <p:sldIdLst>
    <p:sldId xmlns:r="http://schemas.openxmlformats.org/officeDocument/2006/relationships" id="256" r:id="R604a4b037cbc433d"/>
    <p:sldId xmlns:r="http://schemas.openxmlformats.org/officeDocument/2006/relationships" id="257" r:id="Rf0ac9a907cdf404a"/>
    <p:sldId xmlns:r="http://schemas.openxmlformats.org/officeDocument/2006/relationships" id="258" r:id="R10c519a1fc33441f"/>
    <p:sldId xmlns:r="http://schemas.openxmlformats.org/officeDocument/2006/relationships" id="259" r:id="R9d57dca2d4d34c07"/>
    <p:sldId xmlns:r="http://schemas.openxmlformats.org/officeDocument/2006/relationships" id="260" r:id="R741b22f23bbb46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932f3a06894940" /><Relationship Type="http://schemas.openxmlformats.org/officeDocument/2006/relationships/slideMaster" Target="/ppt/slideMasters/slideMaster1.xml" Id="R128848aec0634313" /><Relationship Type="http://schemas.openxmlformats.org/officeDocument/2006/relationships/notesMaster" Target="/ppt/notesMasters/notesMaster1.xml" Id="Rf241ae908844485a" /><Relationship Type="http://schemas.openxmlformats.org/officeDocument/2006/relationships/presProps" Target="/ppt/presProps.xml" Id="R56ee06f2910a45c8" /><Relationship Type="http://schemas.openxmlformats.org/officeDocument/2006/relationships/tableStyles" Target="/ppt/tableStyles.xml" Id="R9e0b7d9aab1e4f59" /><Relationship Type="http://schemas.openxmlformats.org/officeDocument/2006/relationships/slide" Target="/ppt/slides/slide1.xml" Id="R604a4b037cbc433d" /><Relationship Type="http://schemas.openxmlformats.org/officeDocument/2006/relationships/slide" Target="/ppt/slides/slide2.xml" Id="Rf0ac9a907cdf404a" /><Relationship Type="http://schemas.openxmlformats.org/officeDocument/2006/relationships/slide" Target="/ppt/slides/slide3.xml" Id="R10c519a1fc33441f" /><Relationship Type="http://schemas.openxmlformats.org/officeDocument/2006/relationships/slide" Target="/ppt/slides/slide4.xml" Id="R9d57dca2d4d34c07" /><Relationship Type="http://schemas.openxmlformats.org/officeDocument/2006/relationships/slide" Target="/ppt/slides/slide5.xml" Id="R741b22f23bbb46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49bbdd749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ce8b0813544b5" /><Relationship Type="http://schemas.openxmlformats.org/officeDocument/2006/relationships/notesMaster" Target="/ppt/notesMasters/notesMaster1.xml" Id="Rb6d2db973774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0cb534f6b4143" /><Relationship Type="http://schemas.openxmlformats.org/officeDocument/2006/relationships/notesMaster" Target="/ppt/notesMasters/notesMaster1.xml" Id="Re2c3e0538bc9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5319a53df94f8c" /><Relationship Type="http://schemas.openxmlformats.org/officeDocument/2006/relationships/notesMaster" Target="/ppt/notesMasters/notesMaster1.xml" Id="R6a0374c7ef22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f4e06bb024e1c" /><Relationship Type="http://schemas.openxmlformats.org/officeDocument/2006/relationships/notesMaster" Target="/ppt/notesMasters/notesMaster1.xml" Id="Rf7b5aa40e37a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0a45c8f127485a" /><Relationship Type="http://schemas.openxmlformats.org/officeDocument/2006/relationships/notesMaster" Target="/ppt/notesMasters/notesMaster1.xml" Id="R6f41352584d8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来源：newdoc/1007推进文档/01_下一版方案总体讨论.md、02_时间机制方案对比_照搬Home与静止时间.md。封面只交代主题与日期，细节在后四页。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来源：newdoc/1007推进文档/03_新增数据管线_TC6时间调度与TC7记忆.md 第 1 节与第 3 节。五个子类：TC6A、TC6B、TC7A、TC7B、TC7C。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来源：newdoc/1007推进文档/02_时间机制方案对比_照搬Home与静止时间.md 第 2、3、4 节。本期选择静止时间，影子执行负责到点结果的验证。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来源：newdoc/1007推进文档/04_新增字段归属分析_并入task还是独立块.md 与 05_完整管线示例_TC6A与TC7A.md。蓝图对齐 D4_blueprints.jsonl，轨迹对齐 D5_trajectories.jsonl，数据集对齐 D_dataset.jsonl。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来源：newdoc/1007推进文档/04_新增字段归属分析_并入task还是独立块.md 附录 C 与 05_完整管线示例_TC6A与TC7A.md 第 5 节。待拍板项共 9 条，本页列出最关键的四条。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3d3b3c75b4e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2c7aa9bd648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c3f98f0f844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6aaf9b87941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d753fb9984d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7a480c714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C02B2E-33DD-408D-8D5B-DDB61EC85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5DF8E9-BEF2-44C1-B5AD-5CB3D3FB1F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8E7C11-A508-423C-A580-B31D6F651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B82712-2D62-4676-BD48-D9FB76891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534A94-81F8-40AB-8B9F-D1E2A3E940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860F8-5496-4253-89BE-0296E2876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974A65-366F-4C8D-B06D-2C2525C8CC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EC0A51-1961-444C-8D93-301A852C29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CAE5A-7A91-4891-8AD5-7C954DC98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A9D239-677B-4820-B839-C7D32F9CA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ea970702f45a0" /><Relationship Type="http://schemas.openxmlformats.org/officeDocument/2006/relationships/slideLayout" Target="/ppt/slideLayouts/slideLayout1.xml" Id="R7d1345b823624041" /><Relationship Type="http://schemas.openxmlformats.org/officeDocument/2006/relationships/slideLayout" Target="/ppt/slideLayouts/slideLayout2.xml" Id="R60bc0c4ac31e4c12" /><Relationship Type="http://schemas.openxmlformats.org/officeDocument/2006/relationships/slideLayout" Target="/ppt/slideLayouts/slideLayout3.xml" Id="R3cf558c9bc464c82" /><Relationship Type="http://schemas.openxmlformats.org/officeDocument/2006/relationships/slideLayout" Target="/ppt/slideLayouts/slideLayout4.xml" Id="R508623f99b2e4707" /><Relationship Type="http://schemas.openxmlformats.org/officeDocument/2006/relationships/slideLayout" Target="/ppt/slideLayouts/slideLayout5.xml" Id="R97d9296be4514859" /><Relationship Type="http://schemas.openxmlformats.org/officeDocument/2006/relationships/slideLayout" Target="/ppt/slideLayouts/slideLayout6.xml" Id="Ra6da7bae915c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345b823624041"/>
    <p:sldLayoutId xmlns:r="http://schemas.openxmlformats.org/officeDocument/2006/relationships" id="2147483650" r:id="R60bc0c4ac31e4c12"/>
    <p:sldLayoutId xmlns:r="http://schemas.openxmlformats.org/officeDocument/2006/relationships" id="2147483651" r:id="R3cf558c9bc464c82"/>
    <p:sldLayoutId xmlns:r="http://schemas.openxmlformats.org/officeDocument/2006/relationships" id="2147483652" r:id="R508623f99b2e4707"/>
    <p:sldLayoutId xmlns:r="http://schemas.openxmlformats.org/officeDocument/2006/relationships" id="2147483653" r:id="R97d9296be4514859"/>
    <p:sldLayoutId xmlns:r="http://schemas.openxmlformats.org/officeDocument/2006/relationships" id="2147483654" r:id="Ra6da7bae915c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787d45bd648c8" /><Relationship Type="http://schemas.openxmlformats.org/officeDocument/2006/relationships/notesSlide" Target="/ppt/notesSlides/notesSlide1.xml" Id="R116445f70db74e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47d015b684b24" /><Relationship Type="http://schemas.openxmlformats.org/officeDocument/2006/relationships/notesSlide" Target="/ppt/notesSlides/notesSlide2.xml" Id="Rdc195994ae2d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ba91128bd4ef9" /><Relationship Type="http://schemas.openxmlformats.org/officeDocument/2006/relationships/notesSlide" Target="/ppt/notesSlides/notesSlide3.xml" Id="R4057ffcb0c6f44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1c7d470ec4a52" /><Relationship Type="http://schemas.openxmlformats.org/officeDocument/2006/relationships/notesSlide" Target="/ppt/notesSlides/notesSlide4.xml" Id="R4fe05d29c53d4b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399c6185441dc" /><Relationship Type="http://schemas.openxmlformats.org/officeDocument/2006/relationships/notesSlide" Target="/ppt/notesSlides/notesSlide5.xml" Id="R93a2596feb0149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D536B-C1A4-432A-9FB7-AFA539C5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FD0BD-09F7-4ACC-BF48-6DB500EE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HomeFlow 1007 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225E8-079F-45DD-9161-9BCFC5CE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TC6 时间调度与 TC7 记忆：新版数据管线设计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78F09-9764-4A69-8F7A-8CD142E9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2026-10-11，基于 01 至 05 号推进文档</a:t>
            </a:r>
          </a:p>
        </p:txBody>
      </p:sp>
    </p:spTree>
    <p:extLst>
      <p:ext uri="{BB962C8B-B14F-4D97-AF65-F5344CB8AC3E}">
        <p14:creationId xmlns:p14="http://schemas.microsoft.com/office/powerpoint/2010/main" val="1901265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3684-EE96-4EAC-B1DA-4D745B3A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F90A3-4C92-4D1E-AB1C-2B78E073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两条新任务族与五个子类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DF194-673C-4AFD-95D1-FAA7314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TC6 时间调度（一次性预约）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7C15F-074A-4526-9E79-FECC86DF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91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TC6A 绝对时间：把“今晚10点”换算成 at_time_expected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TC6B 相对时间：把“40分钟后”换算成绝对时刻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示例：说“今晚10点关客厅灯”，应写 at=2026-10-10 22:00 与 due_steps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9AD89-87F4-4A30-A578-67383324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2400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rPr>
              <a:t>TC7 记忆（整段文本）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53AB3-9989-427D-8EFF-97BD916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5191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TC7A 读预置记忆：记忆写“对花粉过敏，别开窗”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TC7B 单轮读写：说“记住：睡觉要关客厅灯”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TC7C 多轮不 reset：第1轮写、第2轮用、第3轮查状态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4C72C-A5A3-4C0E-A96F-0695CD2E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69143-0FD1-4ADC-BBB4-534982E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模型侧下发全部 8 个工具，T1 至 T5 保持现状。TC7A 示例请求是“卧室有点闷”。</a:t>
            </a:r>
          </a:p>
        </p:txBody>
      </p:sp>
    </p:spTree>
    <p:extLst>
      <p:ext uri="{BB962C8B-B14F-4D97-AF65-F5344CB8AC3E}">
        <p14:creationId xmlns:p14="http://schemas.microsoft.com/office/powerpoint/2010/main" val="1669442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29D19-8DD8-43C9-A06F-8B5CD3E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6873-2AE8-4871-81D8-5D1CE047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时间机制：静止时间与影子执行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810C9-31FF-4C3E-9B5A-32982CB2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静止时间（本期采用）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7B05C-2AC3-4B95-A1AC-4706E0EF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91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now 整局冻结，inspect_time 每次返回同一个时刻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 天窗口等于 10080 分钟，格式为 YYYY-MM-DD HH:MM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分钟精度，不存星期，预约只写单，不在 episode 内执行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510B-6F99-4ECE-AC12-2C2C03B7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2400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rPr>
              <a:t>影子执行（结算阶段）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1B6E8-8BF5-4056-A9E7-F1E1B35A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5191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复制一份世界状态，应用模型提交的 steps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结果与 conditions 比对，复用 execute_action 的同一套内核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due_state 只覆盖“目标已达成”与“被别人改过”，掉线不处理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D06B0-4853-4DED-BC6B-C14FBC1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E8D83-8265-47AB-AE9E-B1EC53A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不照搬 tick 内核的原因：避免两次观察之间时间与状态漂移，保持 G4 rollout 的确定性，RL 训练成本与现在一致。</a:t>
            </a:r>
          </a:p>
        </p:txBody>
      </p:sp>
    </p:spTree>
    <p:extLst>
      <p:ext uri="{BB962C8B-B14F-4D97-AF65-F5344CB8AC3E}">
        <p14:creationId xmlns:p14="http://schemas.microsoft.com/office/powerpoint/2010/main" val="1601661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ADFE5-7662-4D5F-89DD-6E52B8D1480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9250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EA24F-F0F8-4B3D-B708-FA215D8E30D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915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B9B5C-6073-4112-A070-4B6C9FFDDBE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580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62DB3-104E-4CF5-9251-9A8BF23FA70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245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83B4C-C298-4149-A610-B2939FB3C24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92F3E-B158-4D3C-9D8A-9F2BB2CA8CB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575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4DAA0-3A8D-4BFB-A22C-6D59E13AEDF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924050" y="1952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10ECC-1F42-4907-9374-94E2B111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993BD-EBBF-41FB-85A4-2573C05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数据管线与三层落位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01B92-82C7-42AD-8E63-EB4B4B2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D0 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DEEF3-AC43-46CA-96E0-ADF4699A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D1 造家与抽样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FF4FE-914B-42EB-9D2A-D006291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D2 写 task 与用户话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DCDD5-9C87-4473-B52C-D5F6DAAC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D3 审查用户话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29E0-17B7-4D12-931D-6838AD3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D4 Oracle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2437B-89B8-44F9-8247-CFCCB5EB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D5 跑轨迹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2156-BA31-4FF5-A635-2D1DCAE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D6 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C8C88-08C4-47A9-B14A-3FD1A4E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00200"/>
            <a:ext cx="1200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 数据集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7325E-75D3-4638-BBB1-36D648CC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蓝图（D4 落盘，沿用现有键）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5C721-DA6C-4EBB-A712-0D780F77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blueprint_id、category、home(s0)、task、user_request，新增 world 与 gen。task 放判定真值，world 放世界初值，gen 放生成元数据。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BEEDA-070F-4B87-9382-6A6AE0C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rPr>
              <a:t>运行时（D5 组装 scenario）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DFB32-D543-4F90-8365-9D7A29B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scenario = home + user_request + task + world + episode_config（12 轮），gen 与 category 只留在蓝图，不传给 B。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6EA9A-8D69-4603-81C9-5BB52A0F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B44CD-7A26-49C8-9BCB-AAF70966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落盘行沿用现有结构：scenario、record、labels、category、d6、d6_votes。record 含 turns、final_state、finish、protocol，并新增 tc_trace。</a:t>
            </a:r>
          </a:p>
        </p:txBody>
      </p:sp>
    </p:spTree>
    <p:extLst>
      <p:ext uri="{BB962C8B-B14F-4D97-AF65-F5344CB8AC3E}">
        <p14:creationId xmlns:p14="http://schemas.microsoft.com/office/powerpoint/2010/main" val="104179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B09AD-48AD-4A75-8D66-0C73627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642E1-E249-4D46-96F8-5AC646D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进展与下一步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53CD-ED11-49CD-90AD-A5AAB2F7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D82F-7EA4-4171-854D-E4F9A9EA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 总体方案、02 时间机制对比、03 两条管线设计、04 字段归属与总清单、05 TC6A 与 TC7A 完整链路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13 个提示词规格落定，包含出题、写话、审查与记忆复核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静止时间与影子执行的判定口径已成稿，并与 MCP v2 接口对齐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15D12-41B0-475E-BA3D-CE2F26A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338CA"/>
                </a:solidFill>
                <a:latin typeface="Microsoft YaHei"/>
                <a:ea typeface="Microsoft YaHei"/>
                <a:cs typeface="Microsoft YaHei"/>
              </a:rPr>
              <a:t>待拍板与下一步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89C19-7043-47DE-98C1-3F6CC8F5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required_calls 是否采用，world 与 gen 的块名，tc_trace 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TC6A 的 C-2 改为影子结算，蓝图是否新增 persona_id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12 轮上限与空气净化器的代码和数据落地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下一步：提示词落盘，跑通 TC0 至 TC5，每子类产出 20 条以上成功轨迹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E37F7-821D-4AA7-A533-32E2479A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BB547-1E2B-48A3-A7F9-21FDE6D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先审 04 的总清单与 05 的两条完整链路，给出结论后再批量落盘与开跑。</a:t>
            </a:r>
          </a:p>
        </p:txBody>
      </p:sp>
    </p:spTree>
    <p:extLst>
      <p:ext uri="{BB962C8B-B14F-4D97-AF65-F5344CB8AC3E}">
        <p14:creationId xmlns:p14="http://schemas.microsoft.com/office/powerpoint/2010/main" val="1051333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2026-10-11T06:27:25.4300000Z</dcterms:created>
  <dcterms:modified xsi:type="dcterms:W3CDTF">2026-10-11T06:27:25.4310000Z</dcterms:modified>
</coreProperties>
</file>