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75ebad1b4d4fd0" /><Relationship Type="http://schemas.openxmlformats.org/officeDocument/2006/relationships/extended-properties" Target="/docProps/app.xml" Id="R1f936199711d43ae" /><Relationship Type="http://schemas.openxmlformats.org/officeDocument/2006/relationships/officeDocument" Target="/ppt/presentation.xml" Id="Rc58623fdda06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65d024132640c3"/>
  </p:sldMasterIdLst>
  <p:notesMasterIdLst>
    <p:notesMasterId xmlns:r="http://schemas.openxmlformats.org/officeDocument/2006/relationships" r:id="Re5ed2a3828a64f32"/>
  </p:notesMasterIdLst>
  <p:sldIdLst>
    <p:sldId xmlns:r="http://schemas.openxmlformats.org/officeDocument/2006/relationships" id="256" r:id="R2e0f3578b7684b64"/>
    <p:sldId xmlns:r="http://schemas.openxmlformats.org/officeDocument/2006/relationships" id="257" r:id="Rb7b93d90483948ae"/>
    <p:sldId xmlns:r="http://schemas.openxmlformats.org/officeDocument/2006/relationships" id="258" r:id="Rc2a1fe13d1c44992"/>
    <p:sldId xmlns:r="http://schemas.openxmlformats.org/officeDocument/2006/relationships" id="259" r:id="Rc45a6994d7374d50"/>
    <p:sldId xmlns:r="http://schemas.openxmlformats.org/officeDocument/2006/relationships" id="260" r:id="Rc73374e7d1f342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4747a710241fa" /><Relationship Type="http://schemas.openxmlformats.org/officeDocument/2006/relationships/slideMaster" Target="/ppt/slideMasters/slideMaster1.xml" Id="Rec65d024132640c3" /><Relationship Type="http://schemas.openxmlformats.org/officeDocument/2006/relationships/notesMaster" Target="/ppt/notesMasters/notesMaster1.xml" Id="Re5ed2a3828a64f32" /><Relationship Type="http://schemas.openxmlformats.org/officeDocument/2006/relationships/presProps" Target="/ppt/presProps.xml" Id="R11a26af8a3b047b6" /><Relationship Type="http://schemas.openxmlformats.org/officeDocument/2006/relationships/tableStyles" Target="/ppt/tableStyles.xml" Id="Rcffbab21f93d4918" /><Relationship Type="http://schemas.openxmlformats.org/officeDocument/2006/relationships/slide" Target="/ppt/slides/slide1.xml" Id="R2e0f3578b7684b64" /><Relationship Type="http://schemas.openxmlformats.org/officeDocument/2006/relationships/slide" Target="/ppt/slides/slide2.xml" Id="Rb7b93d90483948ae" /><Relationship Type="http://schemas.openxmlformats.org/officeDocument/2006/relationships/slide" Target="/ppt/slides/slide3.xml" Id="Rc2a1fe13d1c44992" /><Relationship Type="http://schemas.openxmlformats.org/officeDocument/2006/relationships/slide" Target="/ppt/slides/slide4.xml" Id="Rc45a6994d7374d50" /><Relationship Type="http://schemas.openxmlformats.org/officeDocument/2006/relationships/slide" Target="/ppt/slides/slide5.xml" Id="Rc73374e7d1f3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f18c85cf644c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b6005a7f448b7" /><Relationship Type="http://schemas.openxmlformats.org/officeDocument/2006/relationships/notesMaster" Target="/ppt/notesMasters/notesMaster1.xml" Id="R417b4572c4694b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f2f9cc6be4ec6" /><Relationship Type="http://schemas.openxmlformats.org/officeDocument/2006/relationships/notesMaster" Target="/ppt/notesMasters/notesMaster1.xml" Id="Rdb45983cf0d64c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f171dc81634407" /><Relationship Type="http://schemas.openxmlformats.org/officeDocument/2006/relationships/notesMaster" Target="/ppt/notesMasters/notesMaster1.xml" Id="R5018e2892521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cb85d755644833" /><Relationship Type="http://schemas.openxmlformats.org/officeDocument/2006/relationships/notesMaster" Target="/ppt/notesMasters/notesMaster1.xml" Id="R119e238c9d6345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0c2cb09dbd4835" /><Relationship Type="http://schemas.openxmlformats.org/officeDocument/2006/relationships/notesMaster" Target="/ppt/notesMasters/notesMaster1.xml" Id="Re4b401bbaeb94a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来源：newdoc/1004推进文档/01、08、13，newdoc/1007推进文档/对齐_目前方案与交付接口.md。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来源：newdoc/1004推进文档/01、02、03、07，newdoc/1007推进文档/03。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来源：newdoc/1004推进文档/06、07、09、12、13。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来源：newdoc/1004推进文档/08、13；图表取自 assets/sft_four_models_full_20261005.png、sft_loss_20261005.png、grpo_coverage500_20261006.png。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来源：newdoc/1007推进文档/对齐_目前方案与交付接口.md、对齐_一次性调度与持久化调度-两个通用语义接口.md、01 至 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9c550c8cd4b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8bf42af1e40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cd7ecfa6b4ee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62c00070440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242f3fa934d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e0de00c8b42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4C60AE-D74E-4D94-B1D2-447501CFA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E335D1-086F-4914-B434-B2B577C7CB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B9599F-B614-40F5-8F56-9CD87D7924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73426C-9D02-4620-8358-29C18F783E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C3D827-0787-4B0D-8959-8B5EEAF0E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C3737E-66FB-42C5-A348-1100475E3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DD94A1-A486-48F5-AEA6-E1F3CAE302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B7FA4B-B1A0-43CF-B36B-853687CBCC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654B2B-B545-410B-AAC1-0BFDBE036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29B870-907E-416E-BF9A-4026F22052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fd03ff03364aea" /><Relationship Type="http://schemas.openxmlformats.org/officeDocument/2006/relationships/slideLayout" Target="/ppt/slideLayouts/slideLayout1.xml" Id="R0e904d395d824ef9" /><Relationship Type="http://schemas.openxmlformats.org/officeDocument/2006/relationships/slideLayout" Target="/ppt/slideLayouts/slideLayout2.xml" Id="Rfc4495e8c9124415" /><Relationship Type="http://schemas.openxmlformats.org/officeDocument/2006/relationships/slideLayout" Target="/ppt/slideLayouts/slideLayout3.xml" Id="Ra8326e5f07644953" /><Relationship Type="http://schemas.openxmlformats.org/officeDocument/2006/relationships/slideLayout" Target="/ppt/slideLayouts/slideLayout4.xml" Id="R6a020a4ac80f471c" /><Relationship Type="http://schemas.openxmlformats.org/officeDocument/2006/relationships/slideLayout" Target="/ppt/slideLayouts/slideLayout5.xml" Id="R67eb31d576f3412f" /><Relationship Type="http://schemas.openxmlformats.org/officeDocument/2006/relationships/slideLayout" Target="/ppt/slideLayouts/slideLayout6.xml" Id="Rb5fb1fccddc545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04d395d824ef9"/>
    <p:sldLayoutId xmlns:r="http://schemas.openxmlformats.org/officeDocument/2006/relationships" id="2147483650" r:id="Rfc4495e8c9124415"/>
    <p:sldLayoutId xmlns:r="http://schemas.openxmlformats.org/officeDocument/2006/relationships" id="2147483651" r:id="Ra8326e5f07644953"/>
    <p:sldLayoutId xmlns:r="http://schemas.openxmlformats.org/officeDocument/2006/relationships" id="2147483652" r:id="R6a020a4ac80f471c"/>
    <p:sldLayoutId xmlns:r="http://schemas.openxmlformats.org/officeDocument/2006/relationships" id="2147483653" r:id="R67eb31d576f3412f"/>
    <p:sldLayoutId xmlns:r="http://schemas.openxmlformats.org/officeDocument/2006/relationships" id="2147483654" r:id="Rb5fb1fccddc545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ea799b48b413c" /><Relationship Type="http://schemas.openxmlformats.org/officeDocument/2006/relationships/image" Target="/ppt/media/image.png" Id="R5aa62d0ecee843c9" /><Relationship Type="http://schemas.openxmlformats.org/officeDocument/2006/relationships/notesSlide" Target="/ppt/notesSlides/notesSlide1.xml" Id="R4464cdcdb58047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e9ec59cfa4888" /><Relationship Type="http://schemas.openxmlformats.org/officeDocument/2006/relationships/image" Target="/ppt/media/image2.png" Id="R50fe33193e28486e" /><Relationship Type="http://schemas.openxmlformats.org/officeDocument/2006/relationships/notesSlide" Target="/ppt/notesSlides/notesSlide2.xml" Id="R0ef43dc0a4b942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7f8198e77476f" /><Relationship Type="http://schemas.openxmlformats.org/officeDocument/2006/relationships/image" Target="/ppt/media/image3.png" Id="R0a388aa971e342f9" /><Relationship Type="http://schemas.openxmlformats.org/officeDocument/2006/relationships/notesSlide" Target="/ppt/notesSlides/notesSlide3.xml" Id="R1bbc527726864a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fa44e2e914983" /><Relationship Type="http://schemas.openxmlformats.org/officeDocument/2006/relationships/image" Target="/ppt/media/image4.png" Id="R24d41054101943bd" /><Relationship Type="http://schemas.openxmlformats.org/officeDocument/2006/relationships/notesSlide" Target="/ppt/notesSlides/notesSlide4.xml" Id="R4c1f428fa062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d2916ea3c142c0" /><Relationship Type="http://schemas.openxmlformats.org/officeDocument/2006/relationships/image" Target="/ppt/media/image5.png" Id="R2573b61f69a24bde" /><Relationship Type="http://schemas.openxmlformats.org/officeDocument/2006/relationships/notesSlide" Target="/ppt/notesSlides/notesSlide5.xml" Id="R82562707fa71427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ECA8-93BF-4E29-958F-E0F3889DA4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62d0ecee843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218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E0D44-9F01-4392-ACB0-83BD57DFF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e33193e2848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57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4DBE0-E027-4748-BFA6-A6B8358D99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88aa971e342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86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69D26-8DAD-4EE0-B59F-9017D37DF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41054101943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6306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1DB5F-0C84-4451-86A8-162397615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3b61f69a24b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67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2026-10-11T06:41:24.2000000Z</dcterms:created>
  <dcterms:modified xsi:type="dcterms:W3CDTF">2026-10-11T06:41:24.2000000Z</dcterms:modified>
</coreProperties>
</file>